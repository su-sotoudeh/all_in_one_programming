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1287" y="5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B64E9E-3786-43C7-84D2-390A245CEC82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187D3-EBA8-4AA8-B06A-639B75B32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138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2D60D-5114-0EF4-E19E-25AE76353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F20099-7366-784F-E2EE-766AF958AE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7D8CF-74E9-FD81-06E4-6FBAC75DF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935C3-E0DF-4BFB-BB57-6B17A5EDC38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B8F20-8DB8-DC78-2AF6-BF97633A2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C674D-CFAE-765B-8BB5-8634E6906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C187E-8853-4BB8-A7B4-210C01E6D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49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10D89-6F92-B510-EDD1-F6B64FDAA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EDB0E-08D4-A0DB-C4AF-9AAE42762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8FFA3-312C-7448-DDDC-DF24C3D07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935C3-E0DF-4BFB-BB57-6B17A5EDC38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A94FE-3377-D360-CB7D-E8FC0656C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E0574-99E1-6AEA-F2C4-9A0651FAF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C187E-8853-4BB8-A7B4-210C01E6D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626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95485-DE42-5679-41F2-740846B4B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44065-712C-2694-230A-4F93E0492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62084-ECCA-5663-A325-BF021A29F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935C3-E0DF-4BFB-BB57-6B17A5EDC38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4DF82-612F-4BBE-C68F-FFB0EF733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186D3-CEFF-AE0D-DC78-B9C414AE3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C187E-8853-4BB8-A7B4-210C01E6D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155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F0162-C4E3-28B7-05B6-500212E9C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E1FDC-254B-850A-A0FE-6ADC3D3821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296DF-3E8D-6311-6E13-287317CFB4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9CE4D-8918-F3FF-495B-C1C75F157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935C3-E0DF-4BFB-BB57-6B17A5EDC38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AAD305-43E0-7DDD-1A28-BA948CD90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C75D48-9834-27BA-5B58-E7B7AB7AD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C187E-8853-4BB8-A7B4-210C01E6D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276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19B49-600C-2F59-87FC-2E50CEAB0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C9C60-DDE1-9F3A-5B32-2B2DD18A5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27E209-F4BA-22DD-0F0C-C76530C670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540FDA-F1AC-B2AF-EC19-BE3663266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3D1EBB-0BDD-BD59-4B7D-25AAF23BEA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35EC49-4678-0B25-0529-43D0FD8A1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935C3-E0DF-4BFB-BB57-6B17A5EDC38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FE69BD-ADB9-F38D-6E4F-9F9EABB71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6046BA-ECCB-4F5A-DF04-FBC46AD6C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C187E-8853-4BB8-A7B4-210C01E6D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174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094C4-2115-87D1-C254-6E8E68413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3DB14C-0668-2330-FF92-2F2A914F4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935C3-E0DF-4BFB-BB57-6B17A5EDC38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9FA5AA-960A-C87A-FC0E-AC9DF6D01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DFBA8A-6363-9E22-1C24-CE87B4CA1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C187E-8853-4BB8-A7B4-210C01E6D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827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83E919-F776-F2C1-5EA5-75960031F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935C3-E0DF-4BFB-BB57-6B17A5EDC38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837EC2-3010-55CF-40B4-B08BEF7D1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86745-A797-CCBB-922D-3DE6F9B31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C187E-8853-4BB8-A7B4-210C01E6D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395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6C5BC-F8E4-CE8A-8E35-999F99830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4D609-3B42-E5EF-96F2-CD3617DE0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588C41-32A7-2760-97FF-F1C95DB9E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7B9823-6701-114E-CE00-53B477E36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935C3-E0DF-4BFB-BB57-6B17A5EDC38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B7BE6D-5BAB-6B10-1C14-FB2071D60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63814-D75F-1B02-9ABC-AAF22B689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C187E-8853-4BB8-A7B4-210C01E6D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026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558E2-097B-A378-AE70-F7C800BC1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C3BBF7-ED89-6D80-BA31-E998D4A219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46CCF6-0862-DD32-DD82-7387BD8F3E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8AE8F-9BF6-1A57-97B0-47B2C47A3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935C3-E0DF-4BFB-BB57-6B17A5EDC38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35BF7-A63B-8D8B-698E-375AC732F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38AFCE-ED16-5D98-8EBF-D481F59EF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C187E-8853-4BB8-A7B4-210C01E6D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5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7C391-C29D-E49F-5112-8B5E367CD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B2F8D6-4EC3-5601-4DF3-38530D579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FB0DE-49BC-5E88-0C77-1143227A1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935C3-E0DF-4BFB-BB57-6B17A5EDC38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EB6D5-BD0B-7242-7429-FA281DA40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70ADE-9A3B-D008-70DF-5A755DBCE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C187E-8853-4BB8-A7B4-210C01E6D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87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5ED6F0-666A-7F6C-5F82-86D6FB3D7B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71B41D-8116-E7F7-6AE8-66BB6035A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886E3-273F-6CBF-40F9-1562CD9AA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935C3-E0DF-4BFB-BB57-6B17A5EDC38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91EB2-9607-96FB-B182-90B79B9F5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3C35B-ADCD-72F9-A306-7461DE8FE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C187E-8853-4BB8-A7B4-210C01E6D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988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BB5FA6-5653-96EE-71BD-A202111EB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A6C821-14DC-234D-BA8E-B87AE632E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E7F3C-EAF6-8726-605E-4569CEA4CB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B935C3-E0DF-4BFB-BB57-6B17A5EDC386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DA969-F681-C4C4-402C-AF3F4EEB4D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69413-B129-F6B0-CC07-2A8CF8EE48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C187E-8853-4BB8-A7B4-210C01E6D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906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34" Type="http://schemas.openxmlformats.org/officeDocument/2006/relationships/image" Target="../media/image33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33" Type="http://schemas.openxmlformats.org/officeDocument/2006/relationships/image" Target="../media/image32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36" Type="http://schemas.openxmlformats.org/officeDocument/2006/relationships/image" Target="../media/image35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31" Type="http://schemas.openxmlformats.org/officeDocument/2006/relationships/image" Target="../media/image30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DAE025C-74C3-9928-13A9-7E8A6F9A11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6006" y="362314"/>
            <a:ext cx="1437628" cy="100584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EBB359C-25F8-2B6E-B4BA-D362937BCD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10539" y="368063"/>
            <a:ext cx="1437627" cy="100584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BF88F3CF-6DD3-69AA-81E4-3DE408B889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01827" y="368063"/>
            <a:ext cx="1437628" cy="100584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25355654-B2AF-A3EA-BA24-DF2E2C1A61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24102" y="356562"/>
            <a:ext cx="1437628" cy="100584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4287541-6D0F-0956-50F1-3F2DB17B0C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17610" y="345061"/>
            <a:ext cx="1437628" cy="100584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DED8F3F-F42E-FB53-BD76-5110AB817DF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652544" y="345061"/>
            <a:ext cx="1437628" cy="100584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3BF5BAC-59AE-35B2-CFE4-4AA8C1617C5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168137" y="356562"/>
            <a:ext cx="1437628" cy="100584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E575D847-CEF8-7E4B-4A9C-0A3B76E6FA7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703071" y="368063"/>
            <a:ext cx="1437627" cy="100584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8386A65-9F7B-6D9B-F8B0-1A65CF233FC0}"/>
              </a:ext>
            </a:extLst>
          </p:cNvPr>
          <p:cNvSpPr txBox="1"/>
          <p:nvPr/>
        </p:nvSpPr>
        <p:spPr>
          <a:xfrm>
            <a:off x="185908" y="28755"/>
            <a:ext cx="119049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Bacteria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F82502-9D6A-B34F-7630-9B56E1317E35}"/>
              </a:ext>
            </a:extLst>
          </p:cNvPr>
          <p:cNvSpPr txBox="1"/>
          <p:nvPr/>
        </p:nvSpPr>
        <p:spPr>
          <a:xfrm>
            <a:off x="1739111" y="28755"/>
            <a:ext cx="119049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Archaea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5F56A0-6720-B6ED-D2B2-22C9BA2CCCE6}"/>
              </a:ext>
            </a:extLst>
          </p:cNvPr>
          <p:cNvSpPr txBox="1"/>
          <p:nvPr/>
        </p:nvSpPr>
        <p:spPr>
          <a:xfrm>
            <a:off x="3546127" y="28755"/>
            <a:ext cx="119049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Fungi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833F40-AC86-E27F-E6C5-EB41B86706DB}"/>
              </a:ext>
            </a:extLst>
          </p:cNvPr>
          <p:cNvSpPr txBox="1"/>
          <p:nvPr/>
        </p:nvSpPr>
        <p:spPr>
          <a:xfrm>
            <a:off x="4734631" y="28755"/>
            <a:ext cx="137286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Arthropoda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38BDF4-FAB6-FF59-F95C-76017A375F3B}"/>
              </a:ext>
            </a:extLst>
          </p:cNvPr>
          <p:cNvSpPr txBox="1"/>
          <p:nvPr/>
        </p:nvSpPr>
        <p:spPr>
          <a:xfrm>
            <a:off x="6347530" y="28759"/>
            <a:ext cx="126358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Chordata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BDD752-259D-C9A0-F444-A0D591CE10E1}"/>
              </a:ext>
            </a:extLst>
          </p:cNvPr>
          <p:cNvSpPr txBox="1"/>
          <p:nvPr/>
        </p:nvSpPr>
        <p:spPr>
          <a:xfrm>
            <a:off x="7854170" y="28755"/>
            <a:ext cx="126358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Viride Plant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D7E67A-6209-FE65-82C0-F4321D52AC3D}"/>
              </a:ext>
            </a:extLst>
          </p:cNvPr>
          <p:cNvSpPr txBox="1"/>
          <p:nvPr/>
        </p:nvSpPr>
        <p:spPr>
          <a:xfrm>
            <a:off x="9231881" y="39149"/>
            <a:ext cx="14711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Mitochondria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9D66F7-D1AD-E581-6084-AA869263A34D}"/>
              </a:ext>
            </a:extLst>
          </p:cNvPr>
          <p:cNvSpPr txBox="1"/>
          <p:nvPr/>
        </p:nvSpPr>
        <p:spPr>
          <a:xfrm>
            <a:off x="10856730" y="39148"/>
            <a:ext cx="126358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Chloroplast</a:t>
            </a: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8760916C-31F2-F0F7-D310-7D63BB7FAB2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0" y="1491412"/>
            <a:ext cx="1524001" cy="9144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40C24673-4E2C-4301-2460-23AD564CDA2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524001" y="1474334"/>
            <a:ext cx="1524000" cy="91440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78545D90-3731-910B-D3BA-AB86A2CFB5B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048001" y="1491412"/>
            <a:ext cx="1524000" cy="91440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572348BF-E861-0853-FD3A-4984FA2A05E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583499" y="1484495"/>
            <a:ext cx="1524000" cy="91440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0E456C5B-F8EC-A991-EDD5-85CE1AF4CEE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171772" y="1491412"/>
            <a:ext cx="1524000" cy="91440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BB7CDB07-671F-E74D-6704-B945B790E69B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631495" y="1491412"/>
            <a:ext cx="1524000" cy="91440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2C582368-72A7-99B1-6F66-03A5AF782A01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085467" y="1491412"/>
            <a:ext cx="1524000" cy="91440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2D2A4516-E31E-1ED4-7804-CC3CA86CD278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0655515" y="1502913"/>
            <a:ext cx="1524000" cy="914400"/>
          </a:xfrm>
          <a:prstGeom prst="rect">
            <a:avLst/>
          </a:prstGeom>
        </p:spPr>
      </p:pic>
      <p:pic>
        <p:nvPicPr>
          <p:cNvPr id="55" name="Picture 5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B8BD134-3FC2-3B49-9327-1429E282961A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9966" y="2422890"/>
            <a:ext cx="12833981" cy="2750139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4EB8A49D-8395-32EE-0B45-E129AAEA8DF3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-291173" y="4910000"/>
            <a:ext cx="12621196" cy="2704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472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18370-1B1C-6E2A-C0E9-D72491548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FB8D89-5529-16D9-54A2-EA577B09AC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147" y="1848153"/>
            <a:ext cx="10515600" cy="4225767"/>
          </a:xfrm>
        </p:spPr>
      </p:pic>
    </p:spTree>
    <p:extLst>
      <p:ext uri="{BB962C8B-B14F-4D97-AF65-F5344CB8AC3E}">
        <p14:creationId xmlns:p14="http://schemas.microsoft.com/office/powerpoint/2010/main" val="3923688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</TotalTime>
  <Words>9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reza sotoudeh</dc:creator>
  <cp:lastModifiedBy>reza sotoudeh</cp:lastModifiedBy>
  <cp:revision>2</cp:revision>
  <dcterms:created xsi:type="dcterms:W3CDTF">2025-11-24T17:19:58Z</dcterms:created>
  <dcterms:modified xsi:type="dcterms:W3CDTF">2025-11-25T17:19:15Z</dcterms:modified>
</cp:coreProperties>
</file>